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DocuExplain AI: Final Project Defense (2026)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Document Intelligence Platform with Explainable AI (XAI)</a:t>
            </a:r>
          </a:p>
          <a:p>
            <a:r>
              <a:t>Department of Computer Science &amp;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Statement &amp; Research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LLMs operate as uninterpretable black boxes that frequently hallucinate.</a:t>
            </a:r>
          </a:p>
          <a:p>
            <a:r>
              <a:t>• Objective: Build an explainable document intelligence platform combining RAG with mathematical confidence calibration.</a:t>
            </a:r>
          </a:p>
          <a:p>
            <a:r>
              <a:t>• Core Concept: AI Answer + Evidence Passage + Source Attribution + Confidence Score + Explainability Audit.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Deadlines &amp; Academic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timeline milestones for academic evaluation:</a:t>
            </a:r>
          </a:p>
          <a:p>
            <a:r>
              <a:t>• Milestone 1 (System Architecture &amp; UI): July 10, 2026.</a:t>
            </a:r>
          </a:p>
          <a:p>
            <a:r>
              <a:t>• Milestone 2 (RAG &amp; ChromaDB Indexing): July 28, 2026.</a:t>
            </a:r>
          </a:p>
          <a:p>
            <a:r>
              <a:t>• Final Project Submission &amp; Demonstration Deadline: August 15, 2026.</a:t>
            </a:r>
          </a:p>
          <a:p>
            <a:r>
              <a:t>• Viva Voce Examination &amp; Oral Defense: August 25,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Evaluation Criteria &amp; Weightage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Academic grading criteria distribution:</a:t>
            </a:r>
          </a:p>
          <a:p>
            <a:r>
              <a:t>• Explainable AI (XAI) Transparency &amp; Metric Fidelity: 40% weightage.</a:t>
            </a:r>
          </a:p>
          <a:p>
            <a:r>
              <a:t>• System Architecture &amp; Vector Retrieval Performance: 30% weightage.</a:t>
            </a:r>
          </a:p>
          <a:p>
            <a:r>
              <a:t>• User Experience &amp; 3-Column Interface Quality: 20% weightage.</a:t>
            </a:r>
          </a:p>
          <a:p>
            <a:r>
              <a:t>• Code Engineering, Security &amp; Multi-Tenant Isolation: 10% weightage.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Key Engineering &amp; Research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Enterprise-grade capabilities built into the platform:</a:t>
            </a:r>
          </a:p>
          <a:p>
            <a:r>
              <a:t>• Multi-Format Parsing: PDF, Word (DOCX), PowerPoint (PPTX), and TXT.</a:t>
            </a:r>
          </a:p>
          <a:p>
            <a:r>
              <a:t>• 7-Stage Pipeline: Ingest -&gt; Text Extraction -&gt; Cleaning -&gt; Chunking -&gt; Embeddings -&gt; Vector Indexing -&gt; Ready.</a:t>
            </a:r>
          </a:p>
          <a:p>
            <a:r>
              <a:t>• Interactive Document Evidence Viewer with passage highlighting.</a:t>
            </a:r>
          </a:p>
          <a:p>
            <a:r>
              <a:t>• Semantic Vector Search &amp; Multi-Mode Summarizer (6 formats).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