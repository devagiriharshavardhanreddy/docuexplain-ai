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Legal Document Simplification and Risk Analysis System</a:t>
            </a:r>
          </a:p>
          <a:p>
            <a:r>
              <a:t>CRE TEX - Launch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Legal documents are complex and difficult to understand.</a:t>
            </a:r>
          </a:p>
          <a:p>
            <a:r>
              <a:t>Hidden clauses create legal risks.</a:t>
            </a:r>
          </a:p>
          <a:p>
            <a:r>
              <a:t>Users sign contracts without knowing obligations.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Analyzer uses AI to:</a:t>
            </a:r>
          </a:p>
          <a:p>
            <a:r>
              <a:t>Analyze contracts</a:t>
            </a:r>
          </a:p>
          <a:p>
            <a:r>
              <a:t>Detect risks</a:t>
            </a:r>
          </a:p>
          <a:p>
            <a:r>
              <a:t>Simplify legal language</a:t>
            </a:r>
          </a:p>
          <a:p>
            <a:r>
              <a:t>Provide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Legal Auditor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Performs complete document audit.</a:t>
            </a:r>
          </a:p>
          <a:p>
            <a:r>
              <a:t>Detects clauses:</a:t>
            </a:r>
          </a:p>
          <a:p>
            <a:r>
              <a:t>Indemnity</a:t>
            </a:r>
          </a:p>
          <a:p>
            <a:r>
              <a:t>Liability</a:t>
            </a:r>
          </a:p>
          <a:p>
            <a:r>
              <a:t>Termination</a:t>
            </a:r>
          </a:p>
          <a:p>
            <a:r>
              <a:t>Confidentiality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Contextual Risk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hidden risks.</a:t>
            </a:r>
          </a:p>
          <a:p>
            <a:r>
              <a:t>Detects missing clauses.</a:t>
            </a:r>
          </a:p>
          <a:p>
            <a:r>
              <a:t>Performs gap analysis.</a:t>
            </a:r>
          </a:p>
          <a:p>
            <a:r>
              <a:t>Classifies risk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Action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checklist of actions.</a:t>
            </a:r>
          </a:p>
          <a:p>
            <a:r>
              <a:t>Provides negotiation points.</a:t>
            </a:r>
          </a:p>
          <a:p>
            <a:r>
              <a:t>Suggests improvements.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Plain Language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legal language into simple English.</a:t>
            </a:r>
          </a:p>
          <a:p>
            <a:r>
              <a:t>Improves understanding for users.</a:t>
            </a:r>
          </a:p>
          <a:p>
            <a:r>
              <a:t>Grade 6 readability.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Upload → Legal Auditor → Risk Engine → Action Generator → Plain Language →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Tailwind CSS</a:t>
            </a:r>
          </a:p>
          <a:p>
            <a:r>
              <a:t>Backend: Python FastAPI</a:t>
            </a:r>
          </a:p>
          <a:p>
            <a:r>
              <a:t>AI: NLP</a:t>
            </a:r>
          </a:p>
          <a:p>
            <a:r>
              <a:t>Tool: VS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Analyzer improves understanding of legal contracts.</a:t>
            </a:r>
          </a:p>
          <a:p>
            <a:r>
              <a:t>Reduces risk and improves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